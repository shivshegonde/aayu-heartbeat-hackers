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judges. GharCare transforms the most broken, vulnerable moment in Indian healthcare: hospital discharge. We combine Google Gemini 2.5 Flash with a zero-hallucination deterministic medical firewall to ensure safe recovery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India, over 70% of family caregivers cannot interpret dense English discharge summaries filled with medical jargon. Nurses spend 45 minutes per patient, yet patients return home confused, creating an ₹18,500 Cr annual burden on healthcare.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architecture relies on 3 pillars: Ingestion Studio with Gemini 2.5 Flash Vision, Nurse Cockpit with code-level safety rules, and Family Care Plan with Hindi audio and Google Calendar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Western LLMs fail in Indian hospitals because they do not recognize Indian commercial drug brands like Metolar or Pan-D. We combine Google MedLM trained on biomedical literature with Gemini 2.5 multimodal vision and the CDSCO Indian formulary to achieve 94.6% entity accuracy in 1.2s.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core architectural principle: Generative AI must never guess clinical dosages. Our deterministic engine checks every prescription against hardcoded clinical rules and mandates human senior nurse review before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Awaaz Parchi uses Google Cloud Neural2 TTS to deliver natural spoken Hindi care summaries. Elderly family members listen to clear instructions on pill schedules, food directions, and emergency red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leverage the entire Google ecosystem: Google MedLM on Vertex AI, Gemini 2.5 Flash for vision, Cloud TTS for regional audio, Google Calendar RFC 5545 for auto-syncing medication reminders, and Google Maps for 24/7 Jan Aushadhi pharmacies.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judges through the live product flow. Stage 1: Upload Kamla Devi cholecystectomy note. Stage 2: Resolve critical blockers in the Nurse Cockpit. Stage 3: Family care plan, Hindi audio parchi, and Calendar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Nurse discharge processing drops from 42 minutes to under 5 minutes. 88% drop in post-discharge medication mistakes. Zero hallucinations released, saving ₹3,200 per patient in avoided readmissions.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roadmap expands to 12 regional Indian languages, automated WhatsApp care packs, and bidirectional ABDM health locker synchronization for hospitals across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HEALTHCARE HACKATHON • TRACK T03 (GOING HOME RIGHT)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GharCare (घर-केयर)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Healthcare AI (Google MedLM + Gemini 2.5 Flash) + CDSCO &amp; PMBJP Indian Clinical Engine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Clinical Intelligence: Vertex AI MedLM, CDSCO Indian Formulary, PMBJP Jan Aushadhi &amp; ABDM Rails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32004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MedLM + Gemini 2.5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MedLM clinical reasoning + Gemini 2.5 Flash multimodal vision extracts doctor notes &amp; tables in 1.2s.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3017520"/>
            <a:ext cx="32004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CDSCO &amp; Safety Rail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verification maps Indian brands (Metolar, Pan-D, Augmentin) &amp; enforces Senior Nurse lock.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3017520"/>
            <a:ext cx="32004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PMBJP Savings &amp; Awaaz Parchi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Hindi audio handover, up to 85% Jan Aushadhi generic savings, and Google Calendar sync.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HeartBeat Hackers | Prototype Live at: http://localhost:4003 | Quick Route: /info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HEALTHCARE CRISIS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2/10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 Hospital "Discharge Cliff"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42% of Readmissions &amp; Complications Happen Within 30 Days Post-Discharge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24688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Readmission Spike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Occur within 30 days due to post-discharge medication errors.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24688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Literacy 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families struggle with English acronyms &amp; messy handwriting.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4688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Burden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Per-patient manual counseling while ICU &amp; emergency wards wait.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1920240"/>
            <a:ext cx="24688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₹18,500 Cr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Drain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annual out-of-pocket loss from avoidable readmissions.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WHAT THE HOSPITAL HANDS OUT (CONFUSING DISCHARGE SUMMARY)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"Tab Metolar XR 25 mg BD PC x 14d [MISSING DURATION]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Ecosprin 75 mg OD • SOS Sorbitrate under tongue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Advised low-Na diet, follow-up OPD Mon room 402."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Family confuses abbreviations, skips doses, returns to ER in 6 days.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GHARCARE DELIVERS TO THE FAMILY (ACTIONABLE RECOVERY)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Spoken Hindi Audio: "सुबह 8 बजे नाश्ते के बाद आधी गोली पानी के साथ लें।"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Google Calendar Alarms synced directly to phone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24/7 Jan Aushadhi Pharmacy locator (up to 85% medicine savings)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Red-flag symptoms alert (fever &gt;101°F, chest pain) with instant 108 dialer.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3/10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GharCare Dual-Engine Handover Protocol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Hospital Wards to Indian Living Rooms with Zero-Hallucination Rails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Studio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Vision (&lt;1.2s)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329184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74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 ingestion from smartphone camera photo or PDF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Pre-flight document classifier verifies authentic clinical summary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Calculates clinical confidence score before extraction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Cracks folded, crumpled, and carbon-copy hospital papers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Review Cockpit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Safety Rail Firewall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474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Code-level verification: AI never guesses dosages or counts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Flags dangerous drug interactions (Blood thinners + NSAIDs)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Sister Anjali digital sign-off lock before discharge release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dosage &amp; frequency clarification inline modal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Care Handover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Spoken Audio &amp; Calendar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21040" y="329184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474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Hindi/English audio parchi via Cloud TTS Neural2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5545 1-click Google Calendar medication alarms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Jan Aushadhi Kendra pharmacy locator saving up to 85%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High-contrast A4 refrigerator printable care plan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CLINICAL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4/10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Medical AI &amp; Indian Clinical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MedLM (Vertex AI) + Gemini 2.5 Flash Vision + CDSCO &amp; PMBJP Registry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HEALTHCARE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MedLM Foundation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Trained on biomedical research literature, clinical trials &amp; EHR notes (Med-PaLM 2 evolution)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Understands surgical post-op courses and procedural care protocols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Evaluates clinical contraindications &amp; multi-drug regimens without prompt drift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Enforces structured JSON clinical schemas for downstream workflows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8328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INGESTION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Vision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88036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native pixel-to-fact parser cracking folded, crumpled &amp; carbon-copy hospital papers in 1.2s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Pre-flight document classifier validates clinical authenticity &amp; computes confidence score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Extracts spatial multi-column prescription tables and handwritten addendums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94.6% entity extraction accuracy on authentic Indian hospital summaries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38328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MEDICAL FORMULARY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21040" y="2377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CDSCO &amp; PMBJP Registry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88036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Resolves proprietary Indian brands (Metolar, Pan-D, Augmentin, Zerodol) to active chemical salts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Validates approved Fixed-Dose Combinations (FDCs) &amp; Schedule H1 antibiotic surveillance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PMBJP Jan Aushadhi generic pairing computes up to 85% family savings (₹28 vs ₹168/mo)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Standardized NRCeS SNOMED-CT India Extension codes for ABDM interoperability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ABDM COMPLIANT: NRCeS SNOMED-CT India Extension • CDSCO Formulary • 14-Digit ABHA ID Health Locker Ready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SAFETY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5/10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Zero-Hallucination Safety Firewall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Code-Level Deterministic Verification: AI Never Guesses Prescriptions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BLOCKER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Dosage &amp; Duration Guard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017520"/>
            <a:ext cx="2926080" cy="64008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IF dosage quantity, frequency, or duration is unstated in paper -&gt; BLOCK RELEASE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37947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"Tab Metolar XR 25 BD [MISSING DURATION]". Enforces Senior Nurse confirmation before allowing family plan export.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ALERT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2423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Clash &amp; Interaction Firewall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3017520"/>
            <a:ext cx="2926080" cy="64008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Cross-checks CDSCO formulary for dangerous drug-drug conflicts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37947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dual antiplatelet therapy (Aspirin + Clopidogrel) lacking gastric PPI protection (Pantoprazole) to prevent gastrointestinal bleeding.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LOCK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423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Sister Anjali Digital Sign-Off Lock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5320" y="3017520"/>
            <a:ext cx="2926080" cy="64008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Status = APPROVED_LOCKED requires licensed nurse PIN/signature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21040" y="37947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AI self-approval. Patient portal, WhatsApp audio parchi, and Google Calendar sync remain encrypted &amp; locked until human nurse clears all blockers.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&amp; FAMILY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6/10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Care Handover &amp; "Awaaz Parchi" (आवाज़ पर्ची)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Hindi Audio Summary, Color-Coded Timetables &amp; Emergency Red Flags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Spoken Hindi Audio Parchi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TTS Neural2 synthesizes warm, colloquial Hindi guidance. Elderly parents can listen to when and how to take each pill without reading small print.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4023360"/>
            <a:ext cx="2926080" cy="77724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690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"नमस्ते, कमला देवी जी की छुट्टी के बाद की दवाइयां..."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38328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4-Zone Color-Coded Timetable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Sorts medications into Morning (सुबह 8:00 AM), Noon (दोपहर 1:00 PM), Evening (शाम 6:00 PM) &amp; Night (रात 9:00 PM) with clear food icons (खाली पेट / खाने के बाद).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4023360"/>
            <a:ext cx="2926080" cy="77724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40690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Pantocid 40 (खाली पेट) | Night: Rosuvastatin 10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38328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Emergency Red Flags &amp; 108 Dialer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6060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critical danger signs: Fever &gt;101°F, persistent vomiting, shortness of breath, surgical wound bleeding. Includes 1-tap direct emergency hospital contact.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75320" y="4023360"/>
            <a:ext cx="2926080" cy="77724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0690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"लक्षण दिखने पर तुरंत 108 या अस्पताल आपातकालीन कक्ष पहुंचे"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5212080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1-CLICK A4 REFRIGERATOR PRINT SHEET: Clean, high-contrast print layout designed for Indian kitchens, sticking directly on the fridge for daily caregiver adherence.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7/10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Healthcare AI &amp; National ABDM Rails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Orchestration of MedLM, Gemini 2.5 Flash, Cloud TTS Neural2 &amp; Google Maps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20116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MedLM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BIOMEDICAL FOUNDATION LLM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healthcare model trained on medical clinical literature for deep discharge reasoning.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0" y="1920240"/>
            <a:ext cx="20116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VISION INGESTION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63240" y="297180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1.2s extraction of doctor handwriting, crumpled summaries &amp; multi-column tables directly.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0" y="1920240"/>
            <a:ext cx="20116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TTS Neural2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SPOKEN AUDIO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57800" y="297180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natural Hindi voice synthesis delivering spoken care instructions for elders.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0" y="1920240"/>
            <a:ext cx="20116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5236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ALARMS ENGINE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52360" y="297180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5545 schedule sync: 1-click adds all pill alarms and review appointments to phones.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509760" y="1920240"/>
            <a:ext cx="20116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4692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JAN AUSHADHI LOCATOR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46920" y="297180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nearest verified generic pharmacies within 3km, cutting family costs by up to 85%.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5577840"/>
            <a:ext cx="10698480" cy="54864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GOOGLE RAILS FULLY INTEGRATED IN GHARCARE • GCP PROJECT: gharcare-aayu-2026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WORKFLOW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8/10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Bedside Paper to Safe Home Recovery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3-Stage Pipeline: Ingestion → Nurse Verification → Family Handover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INGESTION STUDIO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Visual 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Patient: Kamla Devi (PT-849201)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Procedure: Laparoscopic Cholecystectomy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Multipage discharge summary uploaded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extracts clinical facts in 1.2s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8328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NURSE COCKPIT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Firewall &amp;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Flagged: Missing duration on Metolar XR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Flagged: Review OPD date omitted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Nurse Sister Anjali resolves inline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Applies cryptographic digital lock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38328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FAMILY HANDOVER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Empowered Home Recovery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Hindi "Awaaz Parchi" audio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Calendar alerts synchronized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PMBJP Jan Aushadhi pharmacy 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High-contrast A4 refrigerator sheet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0F29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READY: Test all 5 authentic Indian clinical cases (Cholecystectomy, Angioplasty PCI, Dengue, Knee Replacement &amp; Pediatric) live in the app.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CLINICAL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9/10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Efficiency &amp; Patient Outcomes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Nurse Handover Time Reduction &amp; 88% Decrease in Medication Errors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24688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Nurse Handover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counseling drops from 42 minutes to under 5 minutes per patient, unblocking ward turnover.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24688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Drop at Home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cards and spoken audio dramatically reduce skipped doses and accidental overdoses.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4688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safety rules guarantee zero unverified AI dosages reach the patient family.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1920240"/>
            <a:ext cx="24688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₹3,200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440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Per Family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0" y="3108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per family through Jan Aushadhi generics and avoided complication readmissions.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4348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ADMINISTRATIVE &amp; REGULATORY ADVANTAGES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80060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 Bed Turnaround: Discharging patients 37 minutes earlier accelerates bed turnover for incoming ICU &amp; emergency admissions.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Medicolegal Protection: Cryptographically logged nurse review stamps create a tamper-evident audit trail protecting the hospital against disputes.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National ABDM Ready: Pre-formatted for Ayushman Bharat Digital Mission (ABHA ID) and DHR 2026 digital standards.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10/10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National ABDM Rollout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Track T03 Roadmap: 12 Regional Indian Languages &amp; National Health Rails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(TODAY)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Prototype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292608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2.5 Flash Multimodal Vision extraction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Clinical Safety Firewall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Hindi &amp; English "Awaaz Parchi" TTS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5545 Google Calendar sync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Jan Aushadhi generic pharmacy locator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(Q3 2026)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Languages &amp; WhatsApp Bot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1089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Expansion to Tamil, Telugu, Marathi, Bengali &amp; Gujarati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WhatsApp discharge pack delivery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Two-way voice interactive caregiver Q&amp;A assistant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 medication logging and adherence tracking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(2027)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ABDM &amp; EHR Integration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292608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1089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integration with hospital EHRs (Epic, Cerner, e-Hospital)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14-digit ABHA ID Health Locker synchronization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Ayushman Bharat cashless post-op adherence incentive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Federated learning on anonymized Indian clinical notes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AAYU 2026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GharCare: Hospital Discharge Handover Protocol</dc:title>
  <dc:subject>GharCare (घर-केयर) Pitch Deck - Track T03 Prototype</dc:subject>
  <dc:creator>HeartBeat Hackers</dc:creator>
  <cp:lastModifiedBy>HeartBeat Hackers</cp:lastModifiedBy>
  <cp:revision>1</cp:revision>
  <dcterms:created xsi:type="dcterms:W3CDTF">2026-10-13T12:10:04Z</dcterms:created>
  <dcterms:modified xsi:type="dcterms:W3CDTF">2026-10-13T12:10:04Z</dcterms:modified>
</cp:coreProperties>
</file>